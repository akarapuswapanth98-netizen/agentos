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AGENTOS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2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An AI-Powered Multi-Agent Career Planning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56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Live demo: https://agentos-six-omega.vercel.app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Why career prep needs more than video courses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Fragmented tools.</a:t>
            </a:r>
            <a:r>
              <a:rPr sz="1700">
                <a:solidFill>
                  <a:srgbClr val="475569"/>
                </a:solidFill>
              </a:rPr>
              <a:t>  Tutorials, resumes and interviews live in disconnected apps.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No personal plan.</a:t>
            </a:r>
            <a:r>
              <a:rPr sz="1700">
                <a:solidFill>
                  <a:srgbClr val="475569"/>
                </a:solidFill>
              </a:rPr>
              <a:t>  Fixed syllabi ignore your goal, timeline and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No measurement.</a:t>
            </a:r>
            <a:r>
              <a:rPr sz="1700">
                <a:solidFill>
                  <a:srgbClr val="475569"/>
                </a:solidFill>
              </a:rPr>
              <a:t>  Learners never know if they are actually job-ready.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Result: months of unfocused effort.</a:t>
            </a:r>
            <a:r>
              <a:rPr sz="1700">
                <a:solidFill>
                  <a:srgbClr val="475569"/>
                </a:solidFill>
              </a:rPr>
              <a:t>  AGENTOS replaces all four gaps with one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What the system sets out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Personal plans.</a:t>
            </a:r>
            <a:r>
              <a:rPr sz="1700">
                <a:solidFill>
                  <a:srgbClr val="475569"/>
                </a:solidFill>
              </a:rPr>
              <a:t>  Week-by-week roadmap from role + timeline +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Teach and score.</a:t>
            </a:r>
            <a:r>
              <a:rPr sz="1700">
                <a:solidFill>
                  <a:srgbClr val="475569"/>
                </a:solidFill>
              </a:rPr>
              <a:t>  AI tutor per task; every answer graded 0-100.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Auto-remediation.</a:t>
            </a:r>
            <a:r>
              <a:rPr sz="1700">
                <a:solidFill>
                  <a:srgbClr val="475569"/>
                </a:solidFill>
              </a:rPr>
              <a:t>  Weak answers become remedial tasks and scheduled reviews.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One readiness score.</a:t>
            </a:r>
            <a:r>
              <a:rPr sz="1700">
                <a:solidFill>
                  <a:srgbClr val="475569"/>
                </a:solidFill>
              </a:rPr>
              <a:t>  Five weighted categories converging with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3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Stay motivated.</a:t>
            </a:r>
            <a:r>
              <a:rPr sz="1700">
                <a:solidFill>
                  <a:srgbClr val="475569"/>
                </a:solidFill>
              </a:rPr>
              <a:t>  Streaks, badges, weekly coaching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One orchestrator, seven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Orchestrator.</a:t>
            </a:r>
            <a:r>
              <a:rPr sz="1700">
                <a:solidFill>
                  <a:srgbClr val="475569"/>
                </a:solidFill>
              </a:rPr>
              <a:t>  Drives the whole flow and records an agent trace.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Analyst + Planner.</a:t>
            </a:r>
            <a:r>
              <a:rPr sz="1700">
                <a:solidFill>
                  <a:srgbClr val="475569"/>
                </a:solidFill>
              </a:rPr>
              <a:t>  Grade difficulty, then write ordered tasks by skill and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Validator + Tutor.</a:t>
            </a:r>
            <a:r>
              <a:rPr sz="1700">
                <a:solidFill>
                  <a:srgbClr val="475569"/>
                </a:solidFill>
              </a:rPr>
              <a:t>  Score with breakdowns; explain with examples and hints.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Interviewer.</a:t>
            </a:r>
            <a:r>
              <a:rPr sz="1700">
                <a:solidFill>
                  <a:srgbClr val="475569"/>
                </a:solidFill>
              </a:rPr>
              <a:t>  5 rounds x 2 questions, per-round and overall scores.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3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Reporter + Coach.</a:t>
            </a:r>
            <a:r>
              <a:rPr sz="1700">
                <a:solidFill>
                  <a:srgbClr val="475569"/>
                </a:solidFill>
              </a:rPr>
              <a:t>  Next steps and weekly guidance from real progress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Learning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Every feature feeds the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Plan.</a:t>
            </a:r>
            <a:r>
              <a:rPr sz="1700">
                <a:solidFill>
                  <a:srgbClr val="475569"/>
                </a:solidFill>
              </a:rPr>
              <a:t>  Generate, re-plan, track due dates and overdue.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Learn.</a:t>
            </a:r>
            <a:r>
              <a:rPr sz="1700">
                <a:solidFill>
                  <a:srgbClr val="475569"/>
                </a:solidFill>
              </a:rPr>
              <a:t>  Tutor help, private notes, full-text task search.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Prove.</a:t>
            </a:r>
            <a:r>
              <a:rPr sz="1700">
                <a:solidFill>
                  <a:srgbClr val="475569"/>
                </a:solidFill>
              </a:rPr>
              <a:t>  Submit answers; low scores trigger remedial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Retain.</a:t>
            </a:r>
            <a:r>
              <a:rPr sz="1700">
                <a:solidFill>
                  <a:srgbClr val="475569"/>
                </a:solidFill>
              </a:rPr>
              <a:t>  Spaced-repetition reviews, timed quizzes, mock interviews.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0000" y="43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Report.</a:t>
            </a:r>
            <a:r>
              <a:rPr sz="1700">
                <a:solidFill>
                  <a:srgbClr val="475569"/>
                </a:solidFill>
              </a:rPr>
              <a:t>  Readiness dashboard, weekly summary and career PDFs.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From document to plan in one upload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PDF and TXT upload.</a:t>
            </a:r>
            <a:r>
              <a:rPr sz="1700">
                <a:solidFill>
                  <a:srgbClr val="475569"/>
                </a:solidFill>
              </a:rPr>
              <a:t>  2 MB limit, magic-byte and content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Skill detection.</a:t>
            </a:r>
            <a:r>
              <a:rPr sz="1700">
                <a:solidFill>
                  <a:srgbClr val="475569"/>
                </a:solidFill>
              </a:rPr>
              <a:t>  Keyword-derived skills plus gaps against your goal.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One-click handoff.</a:t>
            </a:r>
            <a:r>
              <a:rPr sz="1700">
                <a:solidFill>
                  <a:srgbClr val="475569"/>
                </a:solidFill>
              </a:rPr>
              <a:t>  Detected skills prefill the goal-creation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Private by design.</a:t>
            </a:r>
            <a:r>
              <a:rPr sz="1700">
                <a:solidFill>
                  <a:srgbClr val="475569"/>
                </a:solidFill>
              </a:rPr>
              <a:t>  Strict per-user isolation on every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Boring, dependable, student-explainable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Backend.</a:t>
            </a:r>
            <a:r>
              <a:rPr sz="1700">
                <a:solidFill>
                  <a:srgbClr val="475569"/>
                </a:solidFill>
              </a:rPr>
              <a:t>  FastAPI + SQLAlchemy; SQLite locally, Postgres live; Alembic migrations.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Frontend.</a:t>
            </a:r>
            <a:r>
              <a:rPr sz="1700">
                <a:solidFill>
                  <a:srgbClr val="475569"/>
                </a:solidFill>
              </a:rPr>
              <a:t>  React + Vite + Tailwind; zero heavy chart or agent libraries.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AI layer.</a:t>
            </a:r>
            <a:r>
              <a:rPr sz="1700">
                <a:solidFill>
                  <a:srgbClr val="475569"/>
                </a:solidFill>
              </a:rPr>
              <a:t>  One LLM wrapper (Groq) with deterministic mock fallback and retries.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Deploy.</a:t>
            </a:r>
            <a:r>
              <a:rPr sz="1700">
                <a:solidFill>
                  <a:srgbClr val="475569"/>
                </a:solidFill>
              </a:rPr>
              <a:t>  Frontend on Vercel, API serverless, managed Postgres, Docker images in 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Quality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Tested like production, because it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154 pytest tests.</a:t>
            </a:r>
            <a:r>
              <a:rPr sz="1700">
                <a:solidFill>
                  <a:srgbClr val="475569"/>
                </a:solidFill>
              </a:rPr>
              <a:t>  Every endpoint covered, offline with mock 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4-job CI.</a:t>
            </a:r>
            <a:r>
              <a:rPr sz="1700">
                <a:solidFill>
                  <a:srgbClr val="475569"/>
                </a:solidFill>
              </a:rPr>
              <a:t>  SQLite suite, Postgres suite, frontend build, Docker build.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Auth and isolation.</a:t>
            </a:r>
            <a:r>
              <a:rPr sz="1700">
                <a:solidFill>
                  <a:srgbClr val="475569"/>
                </a:solidFill>
              </a:rPr>
              <a:t>  JWT, per-hour quotas, cross-user 404s on all resources.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Audited twice.</a:t>
            </a:r>
            <a:r>
              <a:rPr sz="1700">
                <a:solidFill>
                  <a:srgbClr val="475569"/>
                </a:solidFill>
              </a:rPr>
              <a:t>  Two full black-box audits; findings fixed and re-verified.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Running today, not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Frontend.</a:t>
            </a:r>
            <a:r>
              <a:rPr sz="1700">
                <a:solidFill>
                  <a:srgbClr val="475569"/>
                </a:solidFill>
              </a:rPr>
              <a:t>  https://agentos-six-omega.vercel.app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API health.</a:t>
            </a:r>
            <a:r>
              <a:rPr sz="1700">
                <a:solidFill>
                  <a:srgbClr val="475569"/>
                </a:solidFill>
              </a:rPr>
              <a:t>  https://agentos-backend-ebon.vercel.app/health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Try in 2 minutes.</a:t>
            </a:r>
            <a:r>
              <a:rPr sz="1700">
                <a:solidFill>
                  <a:srgbClr val="475569"/>
                </a:solidFill>
              </a:rPr>
              <a:t>  Register, create a goal, submit an answer, watch readiness move.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Resume flow.</a:t>
            </a:r>
            <a:r>
              <a:rPr sz="1700">
                <a:solidFill>
                  <a:srgbClr val="475569"/>
                </a:solidFill>
              </a:rPr>
              <a:t>  Upload a TXT resume, send its skills straight into a goal.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400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80000"/>
            <a:ext cx="1119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 and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850000"/>
            <a:ext cx="11192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What is proven and what is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Proven.</a:t>
            </a:r>
            <a:r>
              <a:rPr sz="1700">
                <a:solidFill>
                  <a:srgbClr val="475569"/>
                </a:solidFill>
              </a:rPr>
              <a:t>  Full user journey live; 154 green tests; green CI on every merge.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24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Next: real-time.</a:t>
            </a:r>
            <a:r>
              <a:rPr sz="1700">
                <a:solidFill>
                  <a:srgbClr val="475569"/>
                </a:solidFill>
              </a:rPr>
              <a:t>  Notifications for overdue tasks and due reviews.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305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Next: richer models.</a:t>
            </a:r>
            <a:r>
              <a:rPr sz="1700">
                <a:solidFill>
                  <a:srgbClr val="475569"/>
                </a:solidFill>
              </a:rPr>
              <a:t>  Per-skill difficulty curves and interview voice mode.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000" y="3700000"/>
            <a:ext cx="10992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E293B"/>
                </a:solidFill>
              </a:rPr>
              <a:t>Next: scale.</a:t>
            </a:r>
            <a:r>
              <a:rPr sz="1700">
                <a:solidFill>
                  <a:srgbClr val="475569"/>
                </a:solidFill>
              </a:rPr>
              <a:t>  Background workers for long plan generations.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F46E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18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0000" y="32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Questions? Try it live: https://agentos-six-omega.vercel.app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5600000"/>
            <a:ext cx="1099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AGENTOS - AI Career Planner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